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Demand: Conversations Need a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Great gatherings should not depend on one person to keep the conversation going.</a:t>
            </a:r>
          </a:p>
          <a:p>
            <a:pPr lvl="0"/>
            <a:r>
              <a:rPr/>
              <a:t>Parties and events lose momentum when guests talk over one another or stay in separate conversations.</a:t>
            </a:r>
          </a:p>
          <a:p>
            <a:pPr lvl="0"/>
            <a:r>
              <a:rPr/>
              <a:t>Hosts need to listen, recognize participants, and introduce the next engaging topic.</a:t>
            </a:r>
          </a:p>
          <a:p>
            <a:pPr lvl="0"/>
            <a:r>
              <a:rPr/>
              <a:t>Manual moderation is distracting and difficult to sustain.</a:t>
            </a:r>
          </a:p>
          <a:p>
            <a:pPr lvl="0" indent="0" marL="0">
              <a:buNone/>
            </a:pPr>
            <a:r>
              <a:rPr b="1"/>
              <a:t>Demand:</a:t>
            </a:r>
            <a:r>
              <a:rPr/>
              <a:t> People want connection—but conversations need active facilitation.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Solution: Ice Breaker, Your AI Co-host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An AI co-host that listens, understands, and keeps the room moving.</a:t>
            </a:r>
          </a:p>
          <a:p>
            <a:pPr lvl="0"/>
            <a:r>
              <a:rPr/>
              <a:t>Start a live conversation from the browser.</a:t>
            </a:r>
          </a:p>
          <a:p>
            <a:pPr lvl="0"/>
            <a:r>
              <a:rPr/>
              <a:t>Higgs Realtime listens and responds with voice.</a:t>
            </a:r>
          </a:p>
          <a:p>
            <a:pPr lvl="0"/>
            <a:r>
              <a:rPr/>
              <a:t>Chat history shows everything spoken and heard, with best-effort speaker labels.</a:t>
            </a:r>
          </a:p>
          <a:p>
            <a:pPr lvl="0"/>
            <a:r>
              <a:rPr>
                <a:latin typeface="Courier"/>
              </a:rPr>
              <a:t>party-host-agent.md</a:t>
            </a:r>
            <a:r>
              <a:rPr/>
              <a:t> guides warm, inclusive activities and transitions.</a:t>
            </a:r>
          </a:p>
          <a:p>
            <a:pPr lvl="0" indent="0" marL="0">
              <a:buNone/>
            </a:pPr>
            <a:r>
              <a:rPr b="1"/>
              <a:t>Flow:</a:t>
            </a:r>
            <a:r>
              <a:rPr/>
              <a:t> Guests speak → Higgs listens → Ice Breaker identifies speakers → AI co-host responds → The next activity begins.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2026-09-18T22:40:11Z</dcterms:created>
  <dcterms:modified xsi:type="dcterms:W3CDTF">2026-09-18T22:40:11Z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